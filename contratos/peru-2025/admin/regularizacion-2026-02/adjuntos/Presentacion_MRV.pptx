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059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E4D06-A18F-801F-7CC7-E15AC5DA4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819DBA-36B8-679E-03D9-D2ACEDA1F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A261C-0BD7-C56E-7564-AA86C8A4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B99C6-D6EF-84CC-952D-81A9BEEE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A6FE52-EA25-E20E-F4EA-620A6F57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47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DA4D5-44C4-7A7C-F346-60A00A55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AD79CF-E11F-C7B1-F797-A2A5F6FAA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853AB-ED28-65C4-83A3-3C7FD6C6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619328-D0BE-36F4-6B60-9D56A6A4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5D89F5-00A2-F43B-BC84-31B682B45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526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3ED92-8F48-72F0-9B9F-994CFEC9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95944-3FAC-5422-9C5E-1E279A386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0E5037-F3B4-AB99-9ABF-A9C07034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5D44ED-0B5E-2359-A02E-3A2A0A55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00DB87-6FEC-1625-E058-13D57F8C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757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DC74F-BBF0-D3B0-C498-A32F7CC8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90BC10-2599-7E35-16CE-A36221FA1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65CD7E-2AA3-A8F9-4CB1-FD7FF15DC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45506F-294A-C7B2-0FBA-C7B0AA59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3B0E82-4080-3870-1480-E49992EC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AAA867-524B-7127-3438-EBEDAA0B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376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EE76F-065A-75A8-0F93-08E4EC03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BC4428-6545-045A-C389-874350C5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F5AC37-EE90-68DF-48DD-AC8CC56C9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2A43FB-9785-C259-6245-1493C02E2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C21EE0-6B21-F660-B1AD-00D16FEE7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8569EF-7EAC-2CB9-A320-D7D4C9B3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0505E2-653B-DFBE-D825-7397FCA6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F96755-315C-3D1B-558B-7D526692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9781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42458-B83A-3E47-F684-9AC452D2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CD3931-9387-937B-350A-06C5BA64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C7116E-023F-02B8-6980-B4196E15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7F0F26-7F59-51EA-D725-19963C85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63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5E1BC10-FF21-245E-858E-A8862905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9B5E67-4FC9-5D8C-E148-9DD93886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117A6D-09BF-783D-ED35-F98F8D7B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022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D18D8-CA1A-5547-014F-71F0DDF6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97CD9E-02C2-3D9A-1B28-C2048F74F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58C737-620B-C9F7-7184-50D0FF070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BDD2CC-CDC5-A8BC-83A5-9042669C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6C1F20-1411-B7E5-C124-BE171B17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2826EF-0BAC-C247-290A-84A0512B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412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63645-8F9F-79EA-FF6C-0C6B2E53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8C8740-178B-00BE-445A-E53C14582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F2C7F1-8F71-6E47-5498-CD720E1E1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73663-8E60-7888-142B-33A57739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7B5737-A7A7-6D73-0DB4-E729CBCB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ED18F7-BA08-0A2F-89E5-91D2C2E3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944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2AD95A-12BD-D794-00A4-6D4583CB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C3C08D-F884-FD71-59BA-4E8259B34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005A19-D52D-63E4-BAC7-C451BE24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B571CC-D0E0-0895-E383-2E6FA3E8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36C64-FF67-1FF9-86FA-91BD3741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145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80FB1C-43A3-A63E-E74A-BD7FE088A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A8B51B-D966-FBD8-9E8D-F072729B3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ADD9A-A34E-DC43-5F4B-40A1FA881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ECA6A-96A5-748A-ED22-5933067F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37B10A-B04C-4E79-3D83-378BD2A8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90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FEEEFE-C4C5-1A97-0784-6F10087B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F141C4-5913-C4A1-6A52-27996B21B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1F8217-5EAA-7268-DDAA-DAD371F53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D5917-60F7-4C0B-8D23-0A8DD650F67E}" type="datetimeFigureOut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4559D0-24C5-C3AC-7D41-D31BE62CC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9B12D-DA80-69A1-AB1C-B5A87A9A1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49049-8BF9-4920-8D8C-24F741C791F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68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FB35A16-F4A3-E9E6-1F5D-0EEF9FC0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21" y="367633"/>
            <a:ext cx="9529580" cy="629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54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ntalla de video juego en la noche&#10;&#10;El contenido generado por IA puede ser incorrecto.">
            <a:extLst>
              <a:ext uri="{FF2B5EF4-FFF2-40B4-BE49-F238E27FC236}">
                <a16:creationId xmlns:a16="http://schemas.microsoft.com/office/drawing/2014/main" id="{1E6E0132-D6A8-59C5-8DEC-A411B5D95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6CD1B96E-C832-EAEF-EE60-7E66E6A58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8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1112088A-CACC-C4DC-1280-DBC7BD44E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3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EDB7AAF5-4518-6EDD-9C28-DECF2DC9C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2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96F878BF-9EA9-A581-CC11-ED8A17087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0"/>
            <a:ext cx="7837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426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Pinilla</dc:creator>
  <cp:lastModifiedBy>Carlos Pinilla</cp:lastModifiedBy>
  <cp:revision>1</cp:revision>
  <dcterms:created xsi:type="dcterms:W3CDTF">2025-12-04T00:31:40Z</dcterms:created>
  <dcterms:modified xsi:type="dcterms:W3CDTF">2025-12-04T00:38:16Z</dcterms:modified>
</cp:coreProperties>
</file>